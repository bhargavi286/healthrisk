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0B9FE-E7D0-45B6-95F5-4E53DE92D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A7660-6828-4A10-8415-3BD668176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3BC15-46E2-4B9A-AE8C-292651F07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4038D-A5E5-41DB-AC89-48134E75C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E7732-1CE3-4AAB-B18C-886E5BC2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179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CD778-6C44-4B61-8F50-9A2BEBF3F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67DBE-C138-422E-A324-F3F9A5DD0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E116E-1C0E-4E9B-956A-9FD771FA6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8EC33-D994-42C7-A4BF-94EB5381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866A1-013E-4F0D-922C-AC166757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876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9CA3B-C0EC-45AC-B134-75BCB731A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B4002-0E99-42DD-859C-1E077BB8F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DC6DB-E840-4C26-868D-EAD29B64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1F966-C52C-465B-9FFA-189632B51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121E6-A7FC-444F-9CBD-1E5FDC70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794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AD86F-A634-4E52-8029-A69BA91F5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6C21-88FB-4E2F-8D23-86E51112E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4404F-6E75-495A-B9C0-FFF658779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E4FED-B6B4-44DF-8892-EEDC343F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3F906D-B889-414C-A26D-615F9472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EA1E8-55A9-4AC4-8ECF-83540837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6332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8899E-E454-4D56-A562-07AAE13D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A0BC0-813F-46A1-803C-219903A2F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FF6CA-41BA-4438-A534-2FC0F6553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ECBC1-CF9E-445E-AA60-E204AC844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70672B-C6E4-4393-9AFD-D0695D57BE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443E74-C747-425B-8877-951372909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5E5F5-2F3A-4F85-9D10-54A75D26B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53E157-5618-423A-831B-1D6DBF31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565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E3F00-17B2-4192-9866-5EEC7E6CB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50110-4FFC-42C6-9537-52410BB4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81A9C9-F480-4E26-A1B9-BF55968AE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E03E8B-06A0-4415-ACD3-90BCC285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1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A646C-1B3A-4625-9374-66C99518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BE580-629A-4F3F-A944-002494C0A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49366-E35B-4ADE-BE8B-C0501180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5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505B3-38AA-42C0-B0BC-166F554A6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FE553-0505-442E-A206-9BD15E1F9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85384-2312-48AE-AEFE-70E28796F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82E12-0780-4839-A30E-5252F005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EE946-D0FA-4918-BC28-4E7954CC5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379E1-A65C-4536-92FC-360FAE2D7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445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A7773-05E2-4F6A-B828-98DF6BA66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9E531-5CBD-4F68-9DEA-2553D497BD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B2311-F930-4D99-8B4E-43B4F88AB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F8CAF1-0F0F-4948-9C03-4BD23368E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4E3E2-C01B-45ED-9C5A-640B4B3D5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F04D5-54C3-4276-8125-A58CDD16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289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D6AE2-1F50-4717-A939-808BD7A01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FB8A2-11E4-4BE8-A56F-E47E99548D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CBC2-04CB-48BD-916D-8B583F88E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3864B-CBBA-4FCF-9449-D3278079C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D8317-219B-4AB8-B16B-85AAFE7C8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813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DCE712-0D92-4C64-9DCE-808B4462E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E9B88-1739-47D4-A1DF-3A665A75D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4942D-0BA3-4C26-8575-0C15D22A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F699-364A-4704-8429-C13F9B3AF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0939-5B7A-4B80-A714-9C3EF8BD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315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CEF35B-2075-45CC-881B-74F9CF89D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DA859-6142-4983-B4F3-B12B39E4A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38C79-2C31-4097-8FE0-48B8749A6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C088D-623D-4116-8C10-4BBFF31D09F3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F37DB-1B48-4708-95FF-FD9D35F94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B0CF9-C33E-4E0F-A928-156D31E99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B1BAC-F280-4F85-BF52-E7E63F45B5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6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mailto:alaharibhargavi100@gmail.com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BFD149-E372-4B15-94C6-AC762919ECF0}"/>
              </a:ext>
            </a:extLst>
          </p:cNvPr>
          <p:cNvSpPr/>
          <p:nvPr/>
        </p:nvSpPr>
        <p:spPr>
          <a:xfrm>
            <a:off x="971550" y="885825"/>
            <a:ext cx="8667750" cy="42562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Title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 Machine Learning Based Heart Disease Prediction System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Objective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develop a predictive system that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patient data and predicts the likelihood of heart disease using machine learning algorithms.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Tools &amp; Technologies Used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pandas,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-learn, pickle,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VS Code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Source: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heart.csv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Deployment:</a:t>
            </a: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Streamlit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380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1646EC-9CC8-4761-8C20-3723D932F6B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462526"/>
          <a:ext cx="10515600" cy="30918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0336504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139312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Description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4131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Age of the patient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06498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sex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Gender (1 = male, 0 = female)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83232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Chest pain type (0–3)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5673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trestbps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Resting blood pressure (mm Hg)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2758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chol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Serum cholesterol (mg/dl)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9751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fbs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Fasting blood sugar &gt; 120 mg/dl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44486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restecg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Resting ECG results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94570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thalach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Maximum heart rate achieved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154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exang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Exercise-induced angina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20332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oldpeak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ST depression induced by exercise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43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slope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Slope of the peak exercise ST segment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7813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ca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Number of major vessels (0–3)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2846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thal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Thalassemia (1 = normal, 2 = fixed defect, 3 = reversible defect)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4036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</a:rPr>
                        <a:t>target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1 = disease present, 0 = no disease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51448231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6A07DE84-954D-4AA7-AB4C-E485585DE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731639"/>
            <a:ext cx="12458700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Dataset Description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Preprocessing (handling missing values, encoding)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Building using Logistic Regression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(Accuracy, Confusion Matrix, Classification Report)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Deployment using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7551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1EBB74-F8E9-473C-95C2-1FFC0748F599}"/>
              </a:ext>
            </a:extLst>
          </p:cNvPr>
          <p:cNvSpPr/>
          <p:nvPr/>
        </p:nvSpPr>
        <p:spPr>
          <a:xfrm>
            <a:off x="133349" y="200025"/>
            <a:ext cx="8448675" cy="6584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data/heart.csv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age,sex,cp,trestbps,chol,fbs,restecg,thalach,exang,oldpeak,slope,ca,thal,target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63,1,3,145,233,1,0,150,0,2.3,0,0,1,1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37,1,2,130,250,0,1,187,0,3.5,0,0,1,1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41,0,1,130,204,0,0,172,0,1.4,2,0,1,1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56,1,1,120,236,0,1,178,0,0.8,2,0,1,1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57,0,0,120,354,0,1,163,1,0.6,2,0,1,0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57,1,0,140,192,0,1,148,0,0.4,1,0,1,1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56,0,1,140,294,0,0,153,0,1.3,1,0,1,0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44,1,1,120,263,0,1,173,0,0,2,0,1,1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52,1,2,172,199,1,1,162,0,0.5,2,0,2,0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57,1,2,150,168,0,1,174,0,1.6,2,0,2,1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54,1,0,140,239,0,1,160,0,1.2,2,0,2,1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48,0,2,130,275,0,1,139,0,0.2,2,0,2,0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49,1,1,130,266,0,1,171,0,0.6,2,0,2,1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64,1,3,110,211,0,0,144,1,1.8,1,0,2,0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58,0,3,150,283,1,0,162,0,1,2,0,2,1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50,0,2,120,219,0,1,158,0,1.6,2,0,2,0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58,0,2,120,340,0,1,172,0,0,2,0,2,1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66,0,3,150,226,0,1,114,0,2.6,0,0,2,0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43,1,0,150,247,0,1,171,0,1.5,2,0,2,1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69,0,3,140,239,0,1,151,0,1.8,2,2,2,0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37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6F041A-3AEB-4D46-9D76-725DADDA8D92}"/>
              </a:ext>
            </a:extLst>
          </p:cNvPr>
          <p:cNvSpPr/>
          <p:nvPr/>
        </p:nvSpPr>
        <p:spPr>
          <a:xfrm>
            <a:off x="1295400" y="156827"/>
            <a:ext cx="6096000" cy="471943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HEALTHRISK/healthrisk.py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model_selection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linear_model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confusion_matrix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569CD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1200" dirty="0" err="1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\U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sers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\a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dmin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\H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ealthRisk\data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\h</a:t>
            </a:r>
            <a:r>
              <a:rPr lang="en-IN" sz="1200" dirty="0">
                <a:solidFill>
                  <a:srgbClr val="D16969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eart.csv"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"Accuracy:"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accuracy_score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IN" sz="1200" dirty="0" err="1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Matrix: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confusion_matrix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IN" sz="1200" dirty="0" err="1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Report:</a:t>
            </a:r>
            <a:r>
              <a:rPr lang="en-IN" sz="1200" dirty="0">
                <a:solidFill>
                  <a:srgbClr val="D7BA7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classification_report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y_pred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5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1C27EB-626B-41B1-AA16-DC314D7B5C68}"/>
              </a:ext>
            </a:extLst>
          </p:cNvPr>
          <p:cNvSpPr/>
          <p:nvPr/>
        </p:nvSpPr>
        <p:spPr>
          <a:xfrm>
            <a:off x="495300" y="50319"/>
            <a:ext cx="8648700" cy="67573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Accuracy: 0.5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Confusion Matrix: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[[1 1]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[1 1]]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Classification Report: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precision    recall  f1-score   support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0       0.50      0.50      0.50         2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1       0.50      0.50      0.50         2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accuracy                           0.50        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macro </a:t>
            </a:r>
            <a:r>
              <a:rPr lang="en-IN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0.50      0.50      0.50         4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weighted </a:t>
            </a:r>
            <a:r>
              <a:rPr lang="en-IN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0.50      0.50      0.50         4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7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587EB-7A15-4F66-975C-A7DD5054828D}"/>
              </a:ext>
            </a:extLst>
          </p:cNvPr>
          <p:cNvSpPr/>
          <p:nvPr/>
        </p:nvSpPr>
        <p:spPr>
          <a:xfrm>
            <a:off x="523875" y="476250"/>
            <a:ext cx="8620125" cy="4832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HEALTHRISK/save_model.py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model_selection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sklearn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linear_model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read_csv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"data/heart.csv"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drop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"target"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y_test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train_test_split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test_size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random_state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LogisticRegression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max_iter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y_train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dump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"Model saved as 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200" dirty="0">
              <a:solidFill>
                <a:srgbClr val="CCCCCC"/>
              </a:solidFill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US" sz="1200" dirty="0">
              <a:solidFill>
                <a:srgbClr val="CCCCCC"/>
              </a:solidFill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dirty="0"/>
              <a:t>OUTPUT</a:t>
            </a:r>
            <a:endParaRPr lang="en-IN" dirty="0"/>
          </a:p>
          <a:p>
            <a:r>
              <a:rPr lang="en-IN" b="1" dirty="0"/>
              <a:t>Model saved as </a:t>
            </a:r>
            <a:r>
              <a:rPr lang="en-IN" b="1" dirty="0" err="1"/>
              <a:t>model.pkl</a:t>
            </a:r>
            <a:endParaRPr lang="en-IN" dirty="0"/>
          </a:p>
          <a:p>
            <a:r>
              <a:rPr lang="en-IN" b="1" dirty="0"/>
              <a:t> </a:t>
            </a:r>
            <a:endParaRPr lang="en-IN" dirty="0"/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124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1ECE69-1572-4BF9-BF1C-FCA9CBBD1623}"/>
              </a:ext>
            </a:extLst>
          </p:cNvPr>
          <p:cNvSpPr/>
          <p:nvPr/>
        </p:nvSpPr>
        <p:spPr>
          <a:xfrm>
            <a:off x="304800" y="-104774"/>
            <a:ext cx="10582275" cy="6994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HealthRisk/app.py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model.pkl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.title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"Health Risk Prediction System"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.header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"Enter Patient Details"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"Age"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.selectbox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"Sex (1=Male, 0=Female)"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"Chest Pain Type (0-3)"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trestbps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"Resting Blood Pressure"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"Cholesterol"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.selectbox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"Fasting Blood Sugar &gt; 120 mg/dl (1=True, 0=False)"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restecg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"Resting ECG Results (0-2)"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"Max Heart Rate Achieved"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220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.selectbox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"Exercise Induced Angina (1=Yes, 0=No)"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"ST Depression Induced by Exercise"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"Slope (0-2)"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"Number of Major Vessels (0-3)"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.number_input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(1=Normal, 2=Fixed Defect, 3=Reversible Defect)"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.button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"Predict"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input_data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([[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sex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cp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trestbps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restecg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]],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'age'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'sex'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'cp'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trestbps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fbs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restecg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                       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thalach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exang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oldpeak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'slope'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'ca'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thal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.predict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input_data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)[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200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.success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"High Risk of Heart Disease"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IN" sz="1200" dirty="0">
                <a:solidFill>
                  <a:srgbClr val="C586C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IN" sz="1200" dirty="0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.info(</a:t>
            </a:r>
            <a:r>
              <a:rPr lang="en-IN" sz="1200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"Low Risk of Heart Disease"</a:t>
            </a: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IN" sz="1200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04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B8DB9D-BA5D-45A5-A949-B397081FE9A3}"/>
              </a:ext>
            </a:extLst>
          </p:cNvPr>
          <p:cNvSpPr/>
          <p:nvPr/>
        </p:nvSpPr>
        <p:spPr>
          <a:xfrm>
            <a:off x="95250" y="0"/>
            <a:ext cx="9048750" cy="62844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  If you'd like to receive helpful onboarding emails, news, offers, promotions,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and the occasional swag, please enter your email address below. Otherwise,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leave this field blank.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Email:  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alaharibhargavi100@gmail.com</a:t>
            </a:r>
            <a:endParaRPr lang="en-IN" sz="12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You can find our privacy policy at https://streamlit.io/privacy-policy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Summary: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This open source library collects usage statistics.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We cannot see and do not store information contained inside 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apps,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such as text, charts, images, etc.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Telemetry data is stored in servers in the United States.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- If you'd like to opt out, add the following to %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%/.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config.toml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creating that file if necessary: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[browser]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gatherUsageStats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false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You can now view your </a:t>
            </a:r>
            <a:r>
              <a:rPr lang="en-IN" sz="1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app in your browser.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Local URL: http://localhost:8501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Network URL: http://172.26.16.106:8501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195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>
            <a:extLst>
              <a:ext uri="{FF2B5EF4-FFF2-40B4-BE49-F238E27FC236}">
                <a16:creationId xmlns:a16="http://schemas.microsoft.com/office/drawing/2014/main" id="{CEB84A3B-466A-44AE-99F2-9460E24AC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50" y="457200"/>
            <a:ext cx="2495550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3" name="Picture 2">
            <a:extLst>
              <a:ext uri="{FF2B5EF4-FFF2-40B4-BE49-F238E27FC236}">
                <a16:creationId xmlns:a16="http://schemas.microsoft.com/office/drawing/2014/main" id="{A6759AB5-DD5C-48E4-9199-6C169A91A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775" y="457200"/>
            <a:ext cx="2762250" cy="186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D9D9870A-8948-46CB-856D-A990038CB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A0E39A1-A52B-4E98-BFB4-BF11420AD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783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F09A3-7433-4856-ABE4-A506348988F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57200"/>
            <a:ext cx="2630170" cy="19043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91055B-D144-4696-A005-F9CA6D77AE75}"/>
              </a:ext>
            </a:extLst>
          </p:cNvPr>
          <p:cNvSpPr/>
          <p:nvPr/>
        </p:nvSpPr>
        <p:spPr>
          <a:xfrm>
            <a:off x="200025" y="2317750"/>
            <a:ext cx="8943975" cy="39644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Project Structure</a:t>
            </a:r>
            <a:endParaRPr lang="en-IN" dirty="0"/>
          </a:p>
          <a:p>
            <a:pPr lvl="0"/>
            <a:r>
              <a:rPr lang="en-IN" dirty="0"/>
              <a:t>C:\Users\admin\HealthRisk</a:t>
            </a:r>
          </a:p>
          <a:p>
            <a:pPr lvl="0"/>
            <a:r>
              <a:rPr lang="en-IN" dirty="0"/>
              <a:t>│</a:t>
            </a:r>
          </a:p>
          <a:p>
            <a:pPr lvl="0"/>
            <a:r>
              <a:rPr lang="en-IN" dirty="0"/>
              <a:t>├── app.py</a:t>
            </a:r>
          </a:p>
          <a:p>
            <a:pPr lvl="0"/>
            <a:r>
              <a:rPr lang="en-IN" dirty="0"/>
              <a:t>├── healthrisk.py</a:t>
            </a:r>
          </a:p>
          <a:p>
            <a:pPr lvl="0"/>
            <a:r>
              <a:rPr lang="en-IN" dirty="0"/>
              <a:t>├── </a:t>
            </a:r>
            <a:r>
              <a:rPr lang="en-IN" dirty="0" err="1"/>
              <a:t>model.pkl</a:t>
            </a:r>
            <a:endParaRPr lang="en-IN" dirty="0"/>
          </a:p>
          <a:p>
            <a:pPr lvl="0"/>
            <a:r>
              <a:rPr lang="en-IN" dirty="0"/>
              <a:t>│</a:t>
            </a:r>
          </a:p>
          <a:p>
            <a:pPr lvl="0"/>
            <a:r>
              <a:rPr lang="en-IN" dirty="0"/>
              <a:t>├── data</a:t>
            </a:r>
          </a:p>
          <a:p>
            <a:pPr lvl="0"/>
            <a:r>
              <a:rPr lang="en-IN" dirty="0"/>
              <a:t>│   └── heart.csv</a:t>
            </a:r>
          </a:p>
          <a:p>
            <a:pPr lvl="0"/>
            <a:r>
              <a:rPr lang="en-IN" dirty="0"/>
              <a:t>│</a:t>
            </a:r>
          </a:p>
          <a:p>
            <a:pPr lvl="0"/>
            <a:r>
              <a:rPr lang="en-IN" dirty="0"/>
              <a:t>└── __</a:t>
            </a:r>
            <a:r>
              <a:rPr lang="en-IN" dirty="0" err="1"/>
              <a:t>pycache</a:t>
            </a:r>
            <a:r>
              <a:rPr lang="en-IN" dirty="0"/>
              <a:t>__</a:t>
            </a:r>
          </a:p>
          <a:p>
            <a:r>
              <a:rPr lang="en-IN" dirty="0"/>
              <a:t> 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67415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1EAD4F-BF4A-4AE1-90AD-0810161B937C}"/>
              </a:ext>
            </a:extLst>
          </p:cNvPr>
          <p:cNvSpPr/>
          <p:nvPr/>
        </p:nvSpPr>
        <p:spPr>
          <a:xfrm>
            <a:off x="447675" y="428625"/>
            <a:ext cx="8696325" cy="6191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6. Results</a:t>
            </a:r>
            <a:endParaRPr lang="en-IN" dirty="0"/>
          </a:p>
          <a:p>
            <a:pPr lvl="0"/>
            <a:r>
              <a:rPr lang="en-IN" b="1" dirty="0"/>
              <a:t>Accuracy:</a:t>
            </a:r>
            <a:r>
              <a:rPr lang="en-IN" dirty="0"/>
              <a:t> 50% (based on sample dataset)</a:t>
            </a:r>
          </a:p>
          <a:p>
            <a:pPr lvl="0"/>
            <a:r>
              <a:rPr lang="en-IN" b="1" dirty="0"/>
              <a:t>Confusion Matrix:</a:t>
            </a:r>
            <a:endParaRPr lang="en-IN" dirty="0"/>
          </a:p>
          <a:p>
            <a:pPr lvl="0"/>
            <a:r>
              <a:rPr lang="en-IN" dirty="0"/>
              <a:t>[[1 1]</a:t>
            </a:r>
          </a:p>
          <a:p>
            <a:pPr lvl="0"/>
            <a:r>
              <a:rPr lang="en-IN" dirty="0"/>
              <a:t> [1 1]]</a:t>
            </a:r>
          </a:p>
          <a:p>
            <a:pPr lvl="0"/>
            <a:r>
              <a:rPr lang="en-IN" b="1" dirty="0"/>
              <a:t>Model saved as:</a:t>
            </a:r>
            <a:r>
              <a:rPr lang="en-IN" dirty="0"/>
              <a:t> </a:t>
            </a:r>
            <a:r>
              <a:rPr lang="en-IN" dirty="0" err="1"/>
              <a:t>model.pkl</a:t>
            </a:r>
            <a:endParaRPr lang="en-IN" dirty="0"/>
          </a:p>
          <a:p>
            <a:pPr lvl="0"/>
            <a:r>
              <a:rPr lang="en-IN" b="1" dirty="0"/>
              <a:t>App Interface:</a:t>
            </a:r>
            <a:r>
              <a:rPr lang="en-IN" dirty="0"/>
              <a:t> Built with </a:t>
            </a:r>
            <a:r>
              <a:rPr lang="en-IN" dirty="0" err="1"/>
              <a:t>Streamlit</a:t>
            </a:r>
            <a:r>
              <a:rPr lang="en-IN" dirty="0"/>
              <a:t> (app.py)</a:t>
            </a:r>
          </a:p>
          <a:p>
            <a:r>
              <a:rPr lang="en-IN" b="1" dirty="0"/>
              <a:t>7. Conclusion</a:t>
            </a:r>
            <a:endParaRPr lang="en-IN" dirty="0"/>
          </a:p>
          <a:p>
            <a:r>
              <a:rPr lang="en-IN" dirty="0"/>
              <a:t>The developed model demonstrates a simple and effective approach for predicting heart disease risk based on key medical attributes. With a larger dataset and fine-tuning, accuracy can be improved further.</a:t>
            </a:r>
          </a:p>
          <a:p>
            <a:r>
              <a:rPr lang="en-IN" b="1" dirty="0"/>
              <a:t>8. Future Scope</a:t>
            </a:r>
            <a:endParaRPr lang="en-IN" dirty="0"/>
          </a:p>
          <a:p>
            <a:pPr lvl="0"/>
            <a:r>
              <a:rPr lang="en-IN" dirty="0"/>
              <a:t>Use more advanced models like Random Forest or </a:t>
            </a:r>
            <a:r>
              <a:rPr lang="en-IN" dirty="0" err="1"/>
              <a:t>XGBoost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Add more health parameters for better accuracy.</a:t>
            </a:r>
          </a:p>
          <a:p>
            <a:pPr lvl="0"/>
            <a:r>
              <a:rPr lang="en-IN" dirty="0"/>
              <a:t>Deploy the app on </a:t>
            </a:r>
            <a:r>
              <a:rPr lang="en-IN" b="1" dirty="0" err="1"/>
              <a:t>Streamlit</a:t>
            </a:r>
            <a:r>
              <a:rPr lang="en-IN" b="1" dirty="0"/>
              <a:t> Cloud</a:t>
            </a:r>
            <a:r>
              <a:rPr lang="en-IN" dirty="0"/>
              <a:t> for public use.</a:t>
            </a:r>
          </a:p>
          <a:p>
            <a:r>
              <a:rPr lang="en-IN" b="1" dirty="0"/>
              <a:t>9. References</a:t>
            </a:r>
            <a:endParaRPr lang="en-IN" dirty="0"/>
          </a:p>
          <a:p>
            <a:pPr lvl="0"/>
            <a:r>
              <a:rPr lang="en-IN" dirty="0"/>
              <a:t>Kaggle Heart Disease Dataset</a:t>
            </a:r>
          </a:p>
          <a:p>
            <a:pPr lvl="0"/>
            <a:r>
              <a:rPr lang="en-IN" dirty="0" err="1"/>
              <a:t>Scikit</a:t>
            </a:r>
            <a:r>
              <a:rPr lang="en-IN" dirty="0"/>
              <a:t>-learn Documentation</a:t>
            </a:r>
          </a:p>
          <a:p>
            <a:pPr lvl="0"/>
            <a:r>
              <a:rPr lang="en-IN" dirty="0" err="1"/>
              <a:t>Streamlit</a:t>
            </a:r>
            <a:r>
              <a:rPr lang="en-IN" dirty="0"/>
              <a:t> Official Docs</a:t>
            </a:r>
          </a:p>
          <a:p>
            <a:r>
              <a:rPr lang="en-IN" dirty="0"/>
              <a:t> </a:t>
            </a:r>
          </a:p>
          <a:p>
            <a:r>
              <a:rPr lang="en-IN" dirty="0"/>
              <a:t> 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667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1666</Words>
  <Application>Microsoft Office PowerPoint</Application>
  <PresentationFormat>Widescreen</PresentationFormat>
  <Paragraphs>221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2025-11-02T19:10:35Z</dcterms:created>
  <dcterms:modified xsi:type="dcterms:W3CDTF">2025-11-02T19:27:36Z</dcterms:modified>
</cp:coreProperties>
</file>